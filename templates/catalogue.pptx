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2d0d9e84cd43d8" /><Relationship Type="http://schemas.openxmlformats.org/officeDocument/2006/relationships/extended-properties" Target="/docProps/app.xml" Id="R9f52a01128b74f51" /><Relationship Type="http://schemas.openxmlformats.org/officeDocument/2006/relationships/officeDocument" Target="/ppt/presentation.xml" Id="R3bcaf171744d4a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6861bef389454e"/>
  </p:sldMasterIdLst>
  <p:notesMasterIdLst>
    <p:notesMasterId xmlns:r="http://schemas.openxmlformats.org/officeDocument/2006/relationships" r:id="Rae809c8c5f214c89"/>
  </p:notesMasterIdLst>
  <p:sldIdLst>
    <p:sldId xmlns:r="http://schemas.openxmlformats.org/officeDocument/2006/relationships" id="256" r:id="R9a24fe3b63e14d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dba082326e4164" /><Relationship Type="http://schemas.openxmlformats.org/officeDocument/2006/relationships/slideMaster" Target="/ppt/slideMasters/slideMaster1.xml" Id="R7f6861bef389454e" /><Relationship Type="http://schemas.openxmlformats.org/officeDocument/2006/relationships/notesMaster" Target="/ppt/notesMasters/notesMaster1.xml" Id="Rae809c8c5f214c89" /><Relationship Type="http://schemas.openxmlformats.org/officeDocument/2006/relationships/presProps" Target="/ppt/presProps.xml" Id="R117bf998f99a4fa1" /><Relationship Type="http://schemas.openxmlformats.org/officeDocument/2006/relationships/tableStyles" Target="/ppt/tableStyles.xml" Id="R28b0a1cf287145a3" /><Relationship Type="http://schemas.openxmlformats.org/officeDocument/2006/relationships/slide" Target="/ppt/slides/slide1.xml" Id="R9a24fe3b63e14d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488805e68c4d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81f0ed51c499c" /><Relationship Type="http://schemas.openxmlformats.org/officeDocument/2006/relationships/notesMaster" Target="/ppt/notesMasters/notesMaster1.xml" Id="R2e78546cc5f443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d0daf4d124b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0f6b4f81344190" /><Relationship Type="http://schemas.openxmlformats.org/officeDocument/2006/relationships/slideLayout" Target="/ppt/slideLayouts/slideLayout1.xml" Id="R920d43211aab46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0d43211aab46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51d75cc254df6" /><Relationship Type="http://schemas.openxmlformats.org/officeDocument/2006/relationships/notesSlide" Target="/ppt/notesSlides/notesSlide1.xml" Id="R04f883325d6346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3A197-1D20-4165-82AC-60F746A9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A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A80"/>
                </a:solidFill>
                <a:latin typeface="DejaVu Sans"/>
                <a:ea typeface="DejaVu Sans"/>
                <a:cs typeface="DejaVu Sans"/>
              </a:rPr>
              <a:t>{{SECTION}}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AF0AE-B809-477A-88F3-D80A9241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2C44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62C44"/>
                </a:solidFill>
                <a:latin typeface="DejaVu Sans"/>
                <a:ea typeface="DejaVu Sans"/>
                <a:cs typeface="DejaVu Sans"/>
              </a:rPr>
              <a:t>{{TITLE}}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A2EF7-BE60-4986-8367-419F5D78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347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6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4364B"/>
                </a:solidFill>
                <a:latin typeface="DejaVu Sans"/>
                <a:ea typeface="DejaVu Sans"/>
                <a:cs typeface="DejaVu Sans"/>
              </a:rPr>
              <a:t>{{BODY}}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284FB-21DF-4795-8AD9-C189471E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17386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17386"/>
                </a:solidFill>
                <a:latin typeface="DejaVu Sans"/>
                <a:ea typeface="DejaVu Sans"/>
                <a:cs typeface="DejaVu Sans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322124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2026-09-26T19:19:51.8710000Z</dcterms:created>
  <dcterms:modified xsi:type="dcterms:W3CDTF">2026-09-26T19:19:51.8710000Z</dcterms:modified>
</coreProperties>
</file>