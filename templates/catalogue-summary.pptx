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f563567a9b47ea" /><Relationship Type="http://schemas.openxmlformats.org/officeDocument/2006/relationships/extended-properties" Target="/docProps/app.xml" Id="R8eb17c5acb9d4bf0" /><Relationship Type="http://schemas.openxmlformats.org/officeDocument/2006/relationships/officeDocument" Target="/ppt/presentation.xml" Id="R0c751ed1ab0045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a2425cf2df4da0"/>
  </p:sldMasterIdLst>
  <p:notesMasterIdLst>
    <p:notesMasterId xmlns:r="http://schemas.openxmlformats.org/officeDocument/2006/relationships" r:id="Rd40d4eefc63a4660"/>
  </p:notesMasterIdLst>
  <p:sldIdLst>
    <p:sldId xmlns:r="http://schemas.openxmlformats.org/officeDocument/2006/relationships" id="256" r:id="R2c23b2d1872948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4d18efb073482d" /><Relationship Type="http://schemas.openxmlformats.org/officeDocument/2006/relationships/slideMaster" Target="/ppt/slideMasters/slideMaster1.xml" Id="R7aa2425cf2df4da0" /><Relationship Type="http://schemas.openxmlformats.org/officeDocument/2006/relationships/notesMaster" Target="/ppt/notesMasters/notesMaster1.xml" Id="Rd40d4eefc63a4660" /><Relationship Type="http://schemas.openxmlformats.org/officeDocument/2006/relationships/presProps" Target="/ppt/presProps.xml" Id="R011286850d4b46a9" /><Relationship Type="http://schemas.openxmlformats.org/officeDocument/2006/relationships/tableStyles" Target="/ppt/tableStyles.xml" Id="R3ea2557400ad4afb" /><Relationship Type="http://schemas.openxmlformats.org/officeDocument/2006/relationships/slide" Target="/ppt/slides/slide1.xml" Id="R2c23b2d18729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402e81b0e14c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274f864457432c" /><Relationship Type="http://schemas.openxmlformats.org/officeDocument/2006/relationships/notesMaster" Target="/ppt/notesMasters/notesMaster1.xml" Id="R055ea327147e48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da37eed7945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81dca9040c4ad2" /><Relationship Type="http://schemas.openxmlformats.org/officeDocument/2006/relationships/slideLayout" Target="/ppt/slideLayouts/slideLayout1.xml" Id="Rf4cdb7ad241245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db7ad241245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b19bf55c2448a" /><Relationship Type="http://schemas.openxmlformats.org/officeDocument/2006/relationships/notesSlide" Target="/ppt/notesSlides/notesSlide1.xml" Id="Rc0b7fe58cd0848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B9FDD-D81C-4E73-871C-B50BBAFD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A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A80"/>
                </a:solidFill>
                <a:latin typeface="DejaVu Sans"/>
                <a:ea typeface="DejaVu Sans"/>
                <a:cs typeface="DejaVu Sans"/>
              </a:rPr>
              <a:t>{{SECTION}}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DE60E-55AC-4007-8FB6-F7B41D32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2C44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62C44"/>
                </a:solidFill>
                <a:latin typeface="DejaVu Sans"/>
                <a:ea typeface="DejaVu Sans"/>
                <a:cs typeface="DejaVu Sans"/>
              </a:rPr>
              <a:t>{{TITLE}}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FB8C5-E494-449C-BC20-92012B25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A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A80"/>
                </a:solidFill>
                <a:latin typeface="DejaVu Sans"/>
                <a:ea typeface="DejaVu Sans"/>
                <a:cs typeface="DejaVu Sans"/>
              </a:rPr>
              <a:t>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2C608-827B-4D1B-A7CD-A3AE03AE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4EB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4EB4"/>
                </a:solidFill>
                <a:latin typeface="DejaVu Sans"/>
                <a:ea typeface="DejaVu Sans"/>
                <a:cs typeface="DejaVu Sans"/>
              </a:rPr>
              <a:t>PRINCIPAL &amp;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F8CD2-22F8-4D91-AAC1-6E2CB50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1435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4364B"/>
                </a:solidFill>
                <a:latin typeface="DejaVu Sans"/>
                <a:ea typeface="DejaVu Sans"/>
                <a:cs typeface="DejaVu Sans"/>
              </a:rPr>
              <a:t>{{LEFT}}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D46F0-4EBF-4305-B9F9-AC569F1E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1435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4364B"/>
                </a:solidFill>
                <a:latin typeface="DejaVu Sans"/>
                <a:ea typeface="DejaVu Sans"/>
                <a:cs typeface="DejaVu Sans"/>
              </a:rPr>
              <a:t>{{RIGHT}}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6A7D9-E0BE-4ED6-89DA-72160E6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173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17386"/>
                </a:solidFill>
                <a:latin typeface="DejaVu Sans"/>
                <a:ea typeface="DejaVu Sans"/>
                <a:cs typeface="DejaVu Sans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2023431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2026-09-26T19:20:53.6520000Z</dcterms:created>
  <dcterms:modified xsi:type="dcterms:W3CDTF">2026-09-26T19:20:53.6520000Z</dcterms:modified>
</coreProperties>
</file>